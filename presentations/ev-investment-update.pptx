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solidFill>
              <a:srgbClr val="D94F04"/>
            </a:solidFill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15 seconds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~40 seconds. Three of four landed clean — point at the cards, do not narrate them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~65 seconds — this one slide now carries all the EDA
• Open with scale: registrations grew about 18x from 2018 to 2025
• Peak month was 332,544 in July 2026
• Then complicate it: 62% two-wheelers, 27% three-wheelers, only 10% four-wheelers
• The capex we care about is four-wheelers and cell manufacturing
• So the demand signal and the capex signal may not track the same market
• Top-5 states hold 49% of demand, HHI 0.071 — enough for siting to be a fair question
• If asked for states: UP 14.2%, Maharashtra 11.2%, Karnataka 9.2%, Tamil Nadu 8.6%
• Lead test: +0.24 at k=0, -0.20 at k=1, +0.40 at k=2, n=39 — say plainly that is noise
• Cut for time: the production-coverage chart (27% to 60%) — raise it only if asked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~80 seconds.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well short of 45-75: pre-register the lag, or pivot to the state panel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Haydn Stucker 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fast, mostly two-wheelers, and concentrated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6235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617720"/>
            <a:ext cx="5623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 — an 18× rise.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73952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116568" y="1691640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0" y="1819656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208008" y="2404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446520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73952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16568" y="3346704"/>
            <a:ext cx="242316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44000" y="3474720"/>
            <a:ext cx="2368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208008" y="405993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demand sits in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five states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announcements we care about are 4W and cell manufacturing. The demand signal and the capex signal may not be measuring the same market.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650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lead test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09160" y="1645920"/>
          <a:ext cx="6830568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~35 seconds. Steps 1 and 2 are the critical path. Everything downstream is blocked on how many dated events we can defensibly assemble.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well short of 45–75,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07024"/>
            <a:ext cx="7452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5907024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design and layout generated with Claude (Anthropic Claude Code)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2026-09-30T12:08:24Z</dcterms:created>
  <dcterms:modified xsi:type="dcterms:W3CDTF">2026-09-30T12:08:24Z</dcterms:modified>
</cp:coreProperties>
</file>